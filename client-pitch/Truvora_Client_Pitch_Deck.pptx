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h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1C"/>
          </a:solidFill>
          <a:ln w="12700">
            <a:solidFill>
              <a:srgbClr val="08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30352"/>
            <a:ext cx="438912" cy="438912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621792"/>
            <a:ext cx="146304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612648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Truvora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7635240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Turn guest feedback into reviews, reputation, and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246120"/>
            <a:ext cx="603504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E5F4ED"/>
                </a:solidFill>
                <a:latin typeface="Aptos"/>
              </a:rPr>
              <a:t>A simple platform and service package for hotels that want more review opportunities, better guest insight, and a stronger online presence.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160520"/>
            <a:ext cx="2148840" cy="493776"/>
          </a:xfrm>
          <a:prstGeom prst="roundRect">
            <a:avLst/>
          </a:prstGeom>
          <a:solidFill>
            <a:srgbClr val="FBF0D5"/>
          </a:solidFill>
          <a:ln w="12700">
            <a:solidFill>
              <a:srgbClr val="FB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315968"/>
            <a:ext cx="1810512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9B6C18"/>
                </a:solidFill>
                <a:latin typeface="Aptos"/>
              </a:rPr>
              <a:t>Client Pitch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Open with the business outcome: more trust online, less manual follow-up, and a system hotels can actually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Hotels lose reputation momentum when guest feedback is manual.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Most hotels know reviews matter. The hard part is asking consistently, responding quickly, and organizing every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73152" cy="237744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441448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Manual follow-up 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98648"/>
            <a:ext cx="2971800" cy="15544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Front desk teams get busy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Guests leave before being asked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No single place to track outreach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240280"/>
            <a:ext cx="73152" cy="2377440"/>
          </a:xfrm>
          <a:prstGeom prst="rect">
            <a:avLst/>
          </a:prstGeom>
          <a:solidFill>
            <a:srgbClr val="BD4F3D"/>
          </a:solidFill>
          <a:ln w="12700">
            <a:solidFill>
              <a:srgbClr val="BD4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441448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Negative feedback gets 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898648"/>
            <a:ext cx="2971800" cy="15544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Issues stay hidden until public reviews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Managers lack fast visibility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Follow-up notes are scattered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80"/>
            <a:ext cx="73152" cy="237744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441448"/>
            <a:ext cx="2971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Online presence goes stale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898648"/>
            <a:ext cx="2971800" cy="15544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Review replies fall behind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Social pages look inactive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Future guests see silence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Frame the pain gently: they are not doing anything wrong; they just need a repeatable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66928"/>
            <a:ext cx="5120640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96012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325880"/>
            <a:ext cx="406908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7211F"/>
                </a:solidFill>
                <a:latin typeface="Aptos"/>
              </a:rPr>
              <a:t>One workflow for guest outreach and reputation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50592"/>
            <a:ext cx="3977639" cy="1600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0000"/>
              </a:lnSpc>
              <a:defRPr sz="1500">
                <a:solidFill>
                  <a:srgbClr val="5B6C66"/>
                </a:solidFill>
                <a:latin typeface="Aptos"/>
              </a:defRPr>
            </a:pPr>
            <a:r>
              <a:t>• Send SMS/email review requests</a:t>
            </a:r>
          </a:p>
          <a:p>
            <a:pPr>
              <a:lnSpc>
                <a:spcPct val="100000"/>
              </a:lnSpc>
              <a:defRPr sz="1500">
                <a:solidFill>
                  <a:srgbClr val="5B6C66"/>
                </a:solidFill>
                <a:latin typeface="Aptos"/>
              </a:defRPr>
            </a:pPr>
            <a:r>
              <a:t>• Capture private feedback and comments</a:t>
            </a:r>
          </a:p>
          <a:p>
            <a:pPr>
              <a:lnSpc>
                <a:spcPct val="100000"/>
              </a:lnSpc>
              <a:defRPr sz="1500">
                <a:solidFill>
                  <a:srgbClr val="5B6C66"/>
                </a:solidFill>
                <a:latin typeface="Aptos"/>
              </a:defRPr>
            </a:pPr>
            <a:r>
              <a:t>• Track sent, opened, responded, and Google clicks</a:t>
            </a:r>
          </a:p>
          <a:p>
            <a:pPr>
              <a:lnSpc>
                <a:spcPct val="100000"/>
              </a:lnSpc>
              <a:defRPr sz="1500">
                <a:solidFill>
                  <a:srgbClr val="5B6C66"/>
                </a:solidFill>
                <a:latin typeface="Aptos"/>
              </a:defRPr>
            </a:pPr>
            <a:r>
              <a:t>• Keep notes and follow-ups in one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00600"/>
            <a:ext cx="3566160" cy="502920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956048"/>
            <a:ext cx="3127248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Built for hotel teams, not tech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Position this as operational simplicity: one place to request, record, and 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PLATFORM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From guest stay to actionable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The platform keeps the process simple for staff and easy for guests.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01952"/>
            <a:ext cx="1325880" cy="1325880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21992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456432"/>
            <a:ext cx="15087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7211F"/>
                </a:solidFill>
                <a:latin typeface="Aptos"/>
              </a:rPr>
              <a:t>Hotel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58768"/>
            <a:ext cx="1828800" cy="4937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5B6C66"/>
                </a:solidFill>
                <a:latin typeface="Aptos"/>
              </a:rPr>
              <a:t>Add Google review link and message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377440"/>
            <a:ext cx="4114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DCE5E0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901952"/>
            <a:ext cx="1325880" cy="1325880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21992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456432"/>
            <a:ext cx="15087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7211F"/>
                </a:solidFill>
                <a:latin typeface="Aptos"/>
              </a:rPr>
              <a:t>Guest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858768"/>
            <a:ext cx="1828800" cy="4937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5B6C66"/>
                </a:solidFill>
                <a:latin typeface="Aptos"/>
              </a:rPr>
              <a:t>Enter guest name, phone, email, and stay 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4114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DCE5E0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901952"/>
            <a:ext cx="1325880" cy="1325880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221992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456432"/>
            <a:ext cx="15087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7211F"/>
                </a:solidFill>
                <a:latin typeface="Aptos"/>
              </a:rPr>
              <a:t>Request 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58768"/>
            <a:ext cx="1828800" cy="4937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5B6C66"/>
                </a:solidFill>
                <a:latin typeface="Aptos"/>
              </a:rPr>
              <a:t>SMS/email sends a unique feedback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77440"/>
            <a:ext cx="4114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DCE5E0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01952"/>
            <a:ext cx="1325880" cy="1325880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221992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456432"/>
            <a:ext cx="15087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7211F"/>
                </a:solidFill>
                <a:latin typeface="Aptos"/>
              </a:rPr>
              <a:t>Guest rates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858768"/>
            <a:ext cx="1828800" cy="4937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5B6C66"/>
                </a:solidFill>
                <a:latin typeface="Aptos"/>
              </a:rPr>
              <a:t>Guest selects stars and may add comments.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77440"/>
            <a:ext cx="4114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DCE5E0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901952"/>
            <a:ext cx="1325880" cy="1325880"/>
          </a:xfrm>
          <a:prstGeom prst="round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221992"/>
            <a:ext cx="50292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3456432"/>
            <a:ext cx="1508760" cy="329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7211F"/>
                </a:solidFill>
                <a:latin typeface="Aptos"/>
              </a:rPr>
              <a:t>Dashboard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58768"/>
            <a:ext cx="1828800" cy="49377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5B6C66"/>
                </a:solidFill>
                <a:latin typeface="Aptos"/>
              </a:rPr>
              <a:t>Owner sees feedback, status, and notes.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Walk them through this as a real operational process, not just software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COMPLIANT REVIEW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We record feedback without blocking public review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Google review behavior has to be handled carefully. The platform is designed around that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73152" cy="256032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58568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What we can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2880360" cy="17373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Star rating selected on our page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Comments entered before redirect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Whether Google review button was clicked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2057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3984" y="2057400"/>
            <a:ext cx="73152" cy="2560320"/>
          </a:xfrm>
          <a:prstGeom prst="rect">
            <a:avLst/>
          </a:prstGeom>
          <a:solidFill>
            <a:srgbClr val="9B6C18"/>
          </a:solidFill>
          <a:ln w="12700">
            <a:solidFill>
              <a:srgbClr val="9B6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What we cannot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15768"/>
            <a:ext cx="2880360" cy="17373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Whether a Google review was submitted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What the guest posted on Google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Any private Google account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2057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7" y="2057400"/>
            <a:ext cx="73152" cy="256032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258568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715768"/>
            <a:ext cx="2880360" cy="17373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Keeps process transparent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Avoids unfair review gating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Protects hotel reputation practices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This builds trust. Be clear: we track the intent and internal feedback, not private activity on Google.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SERVICE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Choose the level of support your hotel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Start with outreach, add reputation support, or include social media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3474720" cy="109728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Guest Outreach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155448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167A5B"/>
                </a:solidFill>
                <a:latin typeface="Aptos"/>
              </a:rPr>
              <a:t>$149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3432" y="2368296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C66"/>
                </a:solidFill>
                <a:latin typeface="Aptos"/>
              </a:rPr>
              <a:t>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15768"/>
            <a:ext cx="301752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C66"/>
                </a:solidFill>
                <a:latin typeface="Aptos"/>
              </a:rPr>
              <a:t>Best for hotels that want consistent guest review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410712"/>
            <a:ext cx="2971800" cy="1417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SMS review requests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Email review requests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Feedback dashboard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Status and comments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5129783"/>
            <a:ext cx="3017520" cy="475488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E5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2706624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167A5B"/>
                </a:solidFill>
                <a:latin typeface="Aptos"/>
              </a:rPr>
              <a:t>More feedback 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41732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417320"/>
            <a:ext cx="3474720" cy="109728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709928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Reputation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167128"/>
            <a:ext cx="155448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315F9F"/>
                </a:solidFill>
                <a:latin typeface="Aptos"/>
              </a:rPr>
              <a:t>$249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2368296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C66"/>
                </a:solidFill>
                <a:latin typeface="Aptos"/>
              </a:rPr>
              <a:t>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715768"/>
            <a:ext cx="301752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C66"/>
                </a:solidFill>
                <a:latin typeface="Aptos"/>
              </a:rPr>
              <a:t>Best for hotels that want help replying to reviews.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410712"/>
            <a:ext cx="2971800" cy="1417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Everything in Outreach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Review reply workflow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Professional response support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Follow-up notes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1144" y="5129783"/>
            <a:ext cx="3017520" cy="475488"/>
          </a:xfrm>
          <a:prstGeom prst="roundRect">
            <a:avLst/>
          </a:prstGeom>
          <a:solidFill>
            <a:srgbClr val="E7EEF9"/>
          </a:solidFill>
          <a:ln w="12700">
            <a:solidFill>
              <a:srgbClr val="E7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5257800"/>
            <a:ext cx="2706624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15F9F"/>
                </a:solidFill>
                <a:latin typeface="Aptos"/>
              </a:rPr>
              <a:t>Better public reputation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41732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1417320"/>
            <a:ext cx="3474720" cy="109728"/>
          </a:xfrm>
          <a:prstGeom prst="rect">
            <a:avLst/>
          </a:prstGeom>
          <a:solidFill>
            <a:srgbClr val="9B6C18"/>
          </a:solidFill>
          <a:ln w="12700">
            <a:solidFill>
              <a:srgbClr val="9B6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709928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Social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167128"/>
            <a:ext cx="155448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9B6C18"/>
                </a:solidFill>
                <a:latin typeface="Aptos"/>
              </a:rPr>
              <a:t>$349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368296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5B6C66"/>
                </a:solidFill>
                <a:latin typeface="Aptos"/>
              </a:rPr>
              <a:t>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715768"/>
            <a:ext cx="301752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C66"/>
                </a:solidFill>
                <a:latin typeface="Aptos"/>
              </a:rPr>
              <a:t>Best for hotels that want reputation and visibility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410712"/>
            <a:ext cx="2971800" cy="1417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Everything in Reputation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Facebook post management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Social content coordination</a:t>
            </a:r>
          </a:p>
          <a:p>
            <a:pPr>
              <a:lnSpc>
                <a:spcPct val="100000"/>
              </a:lnSpc>
              <a:defRPr sz="1170">
                <a:solidFill>
                  <a:srgbClr val="17211F"/>
                </a:solidFill>
                <a:latin typeface="Aptos"/>
              </a:defRPr>
            </a:pPr>
            <a:r>
              <a:t>• Premium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11896" y="5129783"/>
            <a:ext cx="3017520" cy="475488"/>
          </a:xfrm>
          <a:prstGeom prst="roundRect">
            <a:avLst/>
          </a:prstGeom>
          <a:solidFill>
            <a:srgbClr val="FBF0D5"/>
          </a:solidFill>
          <a:ln w="12700">
            <a:solidFill>
              <a:srgbClr val="FB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5257800"/>
            <a:ext cx="2706624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9B6C18"/>
                </a:solidFill>
                <a:latin typeface="Aptos"/>
              </a:rPr>
              <a:t>Reviews plus visibility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Do not sell price first. Sell the level of workload they want removed from their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PACKAGE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Guest Outreach: $149/month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For hotels that want a simple system to ask guests for reviews after their stay.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73152" cy="297180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SMS and email review request sending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Guest feedback page with star rating and comments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Dashboard for sent, opened, responded status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Google review link tracking and follow-up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73152" cy="297180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Client talk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Helps staff stay consistent without manual reminders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Gives owners visibility into guest sentiment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Best starter option when the main goal is more review opportunities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Great fit for teams already handling replies themselves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Use this package when the client says they mainly need more reviews or a better request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PACKAGE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Reputation Management: $249/month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For hotels that want outreach plus support managing and replying to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73152" cy="297180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Everything in Guest Outreach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Online review reply management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Professional response drafting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Follow-up workflow for guest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73152" cy="297180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Client talk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Public replies are also read by future guests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Fast, thoughtful replies reduce damage from negative reviews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Shows the hotel is active and attentive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Useful when staff do not have time to manage every reply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This is the natural upgrade for owners who care about perception, not just review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PACKAGE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Social Management: $349/month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For hotels that want guest outreach, review support, and social media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73152" cy="2971800"/>
          </a:xfrm>
          <a:prstGeom prst="rect">
            <a:avLst/>
          </a:prstGeom>
          <a:solidFill>
            <a:srgbClr val="9B6C18"/>
          </a:solidFill>
          <a:ln w="12700">
            <a:solidFill>
              <a:srgbClr val="9B6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Everything in Reputation Management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Facebook post management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Social content coordination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Visibility workflow for hotel updates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Premium service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257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73152" cy="297180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167128"/>
            <a:ext cx="48463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Client talk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624328"/>
            <a:ext cx="4846320" cy="21488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Reviews build trust while social keeps the hotel visible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An active online presence supports future bookings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Good option for owners who want fewer online tasks to manage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Useful for properties with events, offers, or seasonal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Sell this as the full online presence package: feedback, reputation, and visibility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est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94360"/>
            <a:ext cx="1095451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WHAT THE OWNER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A dashboard built around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73152" cy="251460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07568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532887"/>
            <a:ext cx="2926079" cy="1691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Total requests sent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Positive and negative feedback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Open and response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73152" cy="251460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7568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Guest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532887"/>
            <a:ext cx="2926079" cy="1691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Star rating and comments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Google click status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Stay date and contact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74519"/>
            <a:ext cx="73152" cy="2514600"/>
          </a:xfrm>
          <a:prstGeom prst="rect">
            <a:avLst/>
          </a:prstGeom>
          <a:solidFill>
            <a:srgbClr val="9B6C18"/>
          </a:solidFill>
          <a:ln w="12700">
            <a:solidFill>
              <a:srgbClr val="9B6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07568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Follow-up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532887"/>
            <a:ext cx="2926079" cy="1691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Internal notes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Guest issue tracking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Real-time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Show that the dashboard is not just reporting; it helps the owner decide who needs follow-up.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67A5B"/>
                </a:solidFill>
                <a:latin typeface="Aptos"/>
              </a:rPr>
              <a:t>TRIAL AND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80467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300" b="1">
                <a:solidFill>
                  <a:srgbClr val="17211F"/>
                </a:solidFill>
                <a:latin typeface="Aptos"/>
              </a:rPr>
              <a:t>Simple monthly packages with clear service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13816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5B6C66"/>
                </a:solidFill>
                <a:latin typeface="Aptos"/>
              </a:rPr>
              <a:t>The platform is designed to let hotels try it, then continue only when they choose a paid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73152" cy="2788920"/>
          </a:xfrm>
          <a:prstGeom prst="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2140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7-day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78608"/>
            <a:ext cx="2926079" cy="19659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Every hotel account starts with a 7-day trial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Trial lets the owner test the workflow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Paid package required after 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73152" cy="2788920"/>
          </a:xfrm>
          <a:prstGeom prst="rect">
            <a:avLst/>
          </a:prstGeom>
          <a:solidFill>
            <a:srgbClr val="315F9F"/>
          </a:solidFill>
          <a:ln w="12700">
            <a:solidFill>
              <a:srgbClr val="31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2140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Monthly renewal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578608"/>
            <a:ext cx="2926079" cy="19659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Packages renew monthly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Package changes apply next renewal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Current service remains active until then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2024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920240"/>
            <a:ext cx="73152" cy="2788920"/>
          </a:xfrm>
          <a:prstGeom prst="rect">
            <a:avLst/>
          </a:prstGeom>
          <a:solidFill>
            <a:srgbClr val="9B6C18"/>
          </a:solidFill>
          <a:ln w="12700">
            <a:solidFill>
              <a:srgbClr val="9B6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12140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7211F"/>
                </a:solidFill>
                <a:latin typeface="Aptos"/>
              </a:rPr>
              <a:t>Cancellation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78608"/>
            <a:ext cx="2926079" cy="19659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60-day notice to cancel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Service stays active during notice</a:t>
            </a:r>
          </a:p>
          <a:p>
            <a:pPr>
              <a:lnSpc>
                <a:spcPct val="106000"/>
              </a:lnSpc>
              <a:defRPr sz="1350">
                <a:solidFill>
                  <a:srgbClr val="5B6C66"/>
                </a:solidFill>
                <a:latin typeface="Aptos"/>
              </a:defRPr>
            </a:pPr>
            <a:r>
              <a:t>• Dashboard shows expiry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Keep this simple. The client should feel the billing terms are clear and predictable.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h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1C"/>
          </a:solidFill>
          <a:ln w="12700">
            <a:solidFill>
              <a:srgbClr val="08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8580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FBF0D5"/>
                </a:solidFill>
                <a:latin typeface="Aptos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6766560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Start with a 7-day trial and choose the package that matches your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15184"/>
            <a:ext cx="5760720" cy="11430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lnSpc>
                <a:spcPct val="100000"/>
              </a:lnSpc>
              <a:defRPr sz="1600">
                <a:solidFill>
                  <a:srgbClr val="E5F4ED"/>
                </a:solidFill>
                <a:latin typeface="Aptos"/>
              </a:defRPr>
            </a:pPr>
            <a:r>
              <a:t>• Guest Outreach if you need more review opportunities</a:t>
            </a:r>
          </a:p>
          <a:p>
            <a:pPr>
              <a:lnSpc>
                <a:spcPct val="100000"/>
              </a:lnSpc>
              <a:defRPr sz="1600">
                <a:solidFill>
                  <a:srgbClr val="E5F4ED"/>
                </a:solidFill>
                <a:latin typeface="Aptos"/>
              </a:defRPr>
            </a:pPr>
            <a:r>
              <a:t>• Reputation Management if you need review reply support</a:t>
            </a:r>
          </a:p>
          <a:p>
            <a:pPr>
              <a:lnSpc>
                <a:spcPct val="100000"/>
              </a:lnSpc>
              <a:defRPr sz="1600">
                <a:solidFill>
                  <a:srgbClr val="E5F4ED"/>
                </a:solidFill>
                <a:latin typeface="Aptos"/>
              </a:defRPr>
            </a:pPr>
            <a:r>
              <a:t>• Social Management if you want reputation plus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343400"/>
            <a:ext cx="3611880" cy="603504"/>
          </a:xfrm>
          <a:prstGeom prst="roundRect">
            <a:avLst/>
          </a:prstGeom>
          <a:solidFill>
            <a:srgbClr val="167A5B"/>
          </a:solidFill>
          <a:ln w="12700">
            <a:solidFill>
              <a:srgbClr val="16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35424"/>
            <a:ext cx="30632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Let us set up your hotel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C4636"/>
          </a:solidFill>
          <a:ln w="12700">
            <a:solidFill>
              <a:srgbClr val="0C4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92824"/>
            <a:ext cx="10789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Talk track: Close by asking which outcome matters most: more reviews, better reputation, or stronger online presence.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